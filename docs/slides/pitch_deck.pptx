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Visually impaired users struggle with digital banking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 + Vision AI Banking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 → Vision → LLM → Secure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Whisper, OCR, LLaMA3, ML Fraud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WCAG, Voice-first, Keyboard-only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reduction, inclusion, ESG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